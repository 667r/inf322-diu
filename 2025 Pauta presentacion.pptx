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02"/>
    <p:restoredTop sz="96405"/>
  </p:normalViewPr>
  <p:slideViewPr>
    <p:cSldViewPr snapToGrid="0" showGuides="1">
      <p:cViewPr varScale="1">
        <p:scale>
          <a:sx n="94" d="100"/>
          <a:sy n="94" d="100"/>
        </p:scale>
        <p:origin x="216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F114F-47F1-C4FE-5C77-719FF7282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037" y="296863"/>
            <a:ext cx="11591925" cy="754171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s-MX" dirty="0"/>
              <a:t>Haz clic para modificar el estilo de título del patrón</a:t>
            </a:r>
            <a:endParaRPr lang="es-ES_tradn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029CF3-C4B0-2E17-B07F-D55D17E7F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039" y="1292773"/>
            <a:ext cx="5795962" cy="5268364"/>
          </a:xfrm>
        </p:spPr>
        <p:txBody>
          <a:bodyPr>
            <a:no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07568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C61460-32F3-D292-974D-6C19B47C6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296863"/>
            <a:ext cx="11591925" cy="13938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9CCC7B-6763-38F6-A26D-9E11C1F99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038" y="1825624"/>
            <a:ext cx="5795962" cy="4735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ES_tradn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B32731C-A04B-CB10-14D1-3F39440B7E87}"/>
              </a:ext>
            </a:extLst>
          </p:cNvPr>
          <p:cNvSpPr txBox="1"/>
          <p:nvPr userDrawn="1"/>
        </p:nvSpPr>
        <p:spPr>
          <a:xfrm>
            <a:off x="10992784" y="6561137"/>
            <a:ext cx="998991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s-ES_tradnl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Lámina </a:t>
            </a:r>
            <a:fld id="{3F495DDD-A5A9-D840-B480-42CF404883CA}" type="slidenum">
              <a:rPr lang="es-ES_tradnl" sz="1200" smtClean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pPr algn="r"/>
              <a:t>‹Nº›</a:t>
            </a:fld>
            <a:endParaRPr lang="es-ES_tradnl" sz="12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45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89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41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EC160-F09B-BD5F-605C-5E12114B7D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1. Portada del Proyecto</a:t>
            </a:r>
            <a:endParaRPr lang="es-ES_tradn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129E00-AD5E-8A41-96CB-B07C965B1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038" y="1292773"/>
            <a:ext cx="7325127" cy="5268364"/>
          </a:xfrm>
        </p:spPr>
        <p:txBody>
          <a:bodyPr>
            <a:normAutofit/>
          </a:bodyPr>
          <a:lstStyle/>
          <a:p>
            <a:r>
              <a:rPr lang="es-CL" sz="2000" b="1" dirty="0"/>
              <a:t>Instrucción de la lámina:</a:t>
            </a:r>
            <a:br>
              <a:rPr lang="es-CL" sz="2000" dirty="0"/>
            </a:br>
            <a:r>
              <a:rPr lang="es-CL" sz="2000" dirty="0"/>
              <a:t>Incluir  el nombre del proyecto, los integrantes, la asignatura y semestre.</a:t>
            </a:r>
          </a:p>
          <a:p>
            <a:br>
              <a:rPr lang="es-CL" sz="2000" dirty="0"/>
            </a:br>
            <a:r>
              <a:rPr lang="es-CL" sz="2000" dirty="0"/>
              <a:t>Agregar una frase breve que resuma la idea principal de la aplicación.</a:t>
            </a:r>
          </a:p>
          <a:p>
            <a:endParaRPr lang="es-CL" sz="2000" dirty="0"/>
          </a:p>
          <a:p>
            <a:r>
              <a:rPr lang="es-CL" sz="2000" b="1" dirty="0"/>
              <a:t>Ejemplo:</a:t>
            </a:r>
            <a:br>
              <a:rPr lang="es-CL" sz="2000" dirty="0"/>
            </a:br>
            <a:r>
              <a:rPr lang="es-CL" sz="2000" b="1" dirty="0"/>
              <a:t>Proyecto:</a:t>
            </a:r>
            <a:r>
              <a:rPr lang="es-CL" sz="2000" dirty="0"/>
              <a:t> App “</a:t>
            </a:r>
            <a:r>
              <a:rPr lang="es-CL" sz="2000" dirty="0" err="1"/>
              <a:t>MoodTrack</a:t>
            </a:r>
            <a:r>
              <a:rPr lang="es-CL" sz="2000" dirty="0"/>
              <a:t>”</a:t>
            </a:r>
            <a:br>
              <a:rPr lang="es-CL" sz="2000" dirty="0"/>
            </a:br>
            <a:r>
              <a:rPr lang="es-CL" sz="2000" b="1" dirty="0"/>
              <a:t>Integrantes:</a:t>
            </a:r>
            <a:r>
              <a:rPr lang="es-CL" sz="2000" dirty="0"/>
              <a:t> Ana Torres, Felipe Muñoz, Carla Vega</a:t>
            </a:r>
            <a:br>
              <a:rPr lang="es-CL" sz="2000" dirty="0"/>
            </a:br>
            <a:r>
              <a:rPr lang="es-CL" sz="2000" b="1" dirty="0"/>
              <a:t>Curso:</a:t>
            </a:r>
            <a:r>
              <a:rPr lang="es-CL" sz="2000" dirty="0"/>
              <a:t> Diseño de Interfaces Usuarias – 2° </a:t>
            </a:r>
            <a:r>
              <a:rPr lang="es-CL" sz="2000" dirty="0" err="1"/>
              <a:t>Sem</a:t>
            </a:r>
            <a:r>
              <a:rPr lang="es-CL" sz="2000" dirty="0"/>
              <a:t>. 2025</a:t>
            </a:r>
            <a:br>
              <a:rPr lang="es-CL" sz="2000" dirty="0"/>
            </a:br>
            <a:r>
              <a:rPr lang="es-CL" sz="2000" b="1" dirty="0"/>
              <a:t>Frase resumen:</a:t>
            </a:r>
            <a:r>
              <a:rPr lang="es-CL" sz="2000" dirty="0"/>
              <a:t> “Una app que ayuda a registrar y visualizar el estado de ánimo diario.”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658882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EC160-F09B-BD5F-605C-5E12114B7D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2. Descripción del Proyecto</a:t>
            </a:r>
            <a:endParaRPr lang="es-ES_tradn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129E00-AD5E-8A41-96CB-B07C965B1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L" sz="2000" b="1" dirty="0"/>
              <a:t>Instrucción de la lámina:</a:t>
            </a:r>
            <a:br>
              <a:rPr lang="es-CL" sz="2000" dirty="0"/>
            </a:br>
            <a:r>
              <a:rPr lang="es-CL" sz="2000" dirty="0"/>
              <a:t>Explicar en 4–5 líneas el objetivo del proyecto y la necesidad que originó la propuesta.</a:t>
            </a:r>
          </a:p>
          <a:p>
            <a:endParaRPr lang="es-CL" sz="2000" dirty="0"/>
          </a:p>
          <a:p>
            <a:r>
              <a:rPr lang="es-CL" sz="2000" b="1" dirty="0"/>
              <a:t>Ejemplo:</a:t>
            </a:r>
            <a:br>
              <a:rPr lang="es-CL" sz="2000" dirty="0"/>
            </a:br>
            <a:r>
              <a:rPr lang="es-CL" sz="2000" dirty="0"/>
              <a:t>“El proyecto surge de la necesidad de estudiantes universitarios de llevar un control de su bienestar emocional. La solicitud inicial fue diseñar una app que facilite el registro diario de emociones y entregue retroalimentación visual sencilla.”</a:t>
            </a:r>
            <a:endParaRPr lang="es-ES_tradnl" sz="2800" dirty="0"/>
          </a:p>
        </p:txBody>
      </p:sp>
    </p:spTree>
    <p:extLst>
      <p:ext uri="{BB962C8B-B14F-4D97-AF65-F5344CB8AC3E}">
        <p14:creationId xmlns:p14="http://schemas.microsoft.com/office/powerpoint/2010/main" val="403522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EC160-F09B-BD5F-605C-5E12114B7D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L" sz="2800" dirty="0"/>
              <a:t>3. Persona</a:t>
            </a:r>
            <a:endParaRPr lang="es-ES_tradnl" sz="2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129E00-AD5E-8A41-96CB-B07C965B1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L" sz="2000" b="1" dirty="0"/>
              <a:t>Instrucción de la lámina:</a:t>
            </a:r>
            <a:br>
              <a:rPr lang="es-CL" sz="2000" dirty="0"/>
            </a:br>
            <a:r>
              <a:rPr lang="es-CL" sz="2000" dirty="0"/>
              <a:t>Presenta la </a:t>
            </a:r>
            <a:r>
              <a:rPr lang="es-CL" sz="2000" b="1" dirty="0"/>
              <a:t>Persona más numerosa </a:t>
            </a:r>
            <a:r>
              <a:rPr lang="es-CL" sz="2000" dirty="0"/>
              <a:t>con nombre, rol, características demográficas, motivaciones, frustraciones y relación con la app. </a:t>
            </a:r>
            <a:endParaRPr lang="es-ES_tradnl" sz="3600" dirty="0"/>
          </a:p>
        </p:txBody>
      </p:sp>
    </p:spTree>
    <p:extLst>
      <p:ext uri="{BB962C8B-B14F-4D97-AF65-F5344CB8AC3E}">
        <p14:creationId xmlns:p14="http://schemas.microsoft.com/office/powerpoint/2010/main" val="1240575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EC160-F09B-BD5F-605C-5E12114B7D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L" sz="3600" dirty="0"/>
              <a:t>8. Hipótesis de Diseño</a:t>
            </a:r>
            <a:endParaRPr lang="es-ES_tradnl" sz="6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129E00-AD5E-8A41-96CB-B07C965B1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L" sz="2000" b="1" dirty="0"/>
              <a:t>Instrucción de la lámina:</a:t>
            </a:r>
            <a:br>
              <a:rPr lang="es-CL" sz="2000" dirty="0"/>
            </a:br>
            <a:r>
              <a:rPr lang="es-CL" sz="2000" dirty="0"/>
              <a:t>Plantea 2–3 hipótesis en formato claro:</a:t>
            </a:r>
            <a:br>
              <a:rPr lang="es-CL" sz="2000" dirty="0"/>
            </a:br>
            <a:r>
              <a:rPr lang="es-CL" sz="2000" dirty="0"/>
              <a:t>“Lograremos [meta de negocio] si [Persona] puede [meta de usuario] con [función].”</a:t>
            </a:r>
          </a:p>
          <a:p>
            <a:endParaRPr lang="es-CL" sz="2000" dirty="0"/>
          </a:p>
          <a:p>
            <a:r>
              <a:rPr lang="es-CL" sz="2000" b="1" dirty="0"/>
              <a:t>Ejemplo:</a:t>
            </a:r>
            <a:endParaRPr lang="es-CL" sz="2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CL" sz="2000" dirty="0"/>
              <a:t>Lograremos retención </a:t>
            </a:r>
            <a:r>
              <a:rPr lang="es-CL" sz="2000" b="1" dirty="0"/>
              <a:t>si Camila puede registrar su emoción en menos de 20 segundos</a:t>
            </a:r>
            <a:r>
              <a:rPr lang="es-CL" sz="2000" dirty="0"/>
              <a:t> con guardar emoción diaria.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CL" sz="2000" dirty="0"/>
              <a:t>Lograremos retención </a:t>
            </a:r>
            <a:r>
              <a:rPr lang="es-CL" sz="2000" b="1" dirty="0"/>
              <a:t>si Juan puede visualizar su progreso semanal</a:t>
            </a:r>
            <a:r>
              <a:rPr lang="es-CL" sz="2000" dirty="0"/>
              <a:t> con un gráfico simple de colores.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68AD0EC-5EAD-B844-7C8E-83DA2AB41685}"/>
              </a:ext>
            </a:extLst>
          </p:cNvPr>
          <p:cNvSpPr txBox="1"/>
          <p:nvPr/>
        </p:nvSpPr>
        <p:spPr>
          <a:xfrm>
            <a:off x="6605516" y="4735773"/>
            <a:ext cx="46644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rgbClr val="FF0000"/>
                </a:solidFill>
              </a:rPr>
              <a:t>Ojo: botón no es una función de software, </a:t>
            </a:r>
          </a:p>
          <a:p>
            <a:r>
              <a:rPr lang="es-CL" dirty="0">
                <a:solidFill>
                  <a:srgbClr val="FF0000"/>
                </a:solidFill>
              </a:rPr>
              <a:t>interfaz tampoco lo es. </a:t>
            </a:r>
            <a:br>
              <a:rPr lang="es-CL" dirty="0">
                <a:solidFill>
                  <a:srgbClr val="FF0000"/>
                </a:solidFill>
              </a:rPr>
            </a:br>
            <a:r>
              <a:rPr lang="es-CL" dirty="0">
                <a:solidFill>
                  <a:srgbClr val="FF0000"/>
                </a:solidFill>
              </a:rPr>
              <a:t>Son medios de ejecutar una función. </a:t>
            </a:r>
            <a:br>
              <a:rPr lang="es-CL" dirty="0">
                <a:solidFill>
                  <a:srgbClr val="FF0000"/>
                </a:solidFill>
              </a:rPr>
            </a:br>
            <a:r>
              <a:rPr lang="es-CL" dirty="0">
                <a:solidFill>
                  <a:srgbClr val="FF0000"/>
                </a:solidFill>
              </a:rPr>
              <a:t>Función es guardar emoción diaria, no el botón </a:t>
            </a:r>
            <a:br>
              <a:rPr lang="es-CL" dirty="0">
                <a:solidFill>
                  <a:srgbClr val="FF0000"/>
                </a:solidFill>
              </a:rPr>
            </a:br>
            <a:r>
              <a:rPr lang="es-CL" dirty="0">
                <a:solidFill>
                  <a:srgbClr val="FF0000"/>
                </a:solidFill>
              </a:rPr>
              <a:t>de registro rápido. </a:t>
            </a:r>
          </a:p>
        </p:txBody>
      </p:sp>
    </p:spTree>
    <p:extLst>
      <p:ext uri="{BB962C8B-B14F-4D97-AF65-F5344CB8AC3E}">
        <p14:creationId xmlns:p14="http://schemas.microsoft.com/office/powerpoint/2010/main" val="1894742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EC160-F09B-BD5F-605C-5E12114B7D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L" dirty="0"/>
              <a:t>6. Definición de Tareas del </a:t>
            </a:r>
            <a:r>
              <a:rPr lang="es-CL" dirty="0" err="1"/>
              <a:t>Testing</a:t>
            </a:r>
            <a:endParaRPr lang="es-ES_tradnl" sz="6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129E00-AD5E-8A41-96CB-B07C965B1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L" sz="2000" b="1" dirty="0"/>
              <a:t>Instrucción de la lámina:</a:t>
            </a:r>
            <a:br>
              <a:rPr lang="es-CL" sz="2000" dirty="0"/>
            </a:br>
            <a:r>
              <a:rPr lang="es-CL" sz="2000" dirty="0"/>
              <a:t>Describe las tareas principales que el usuario hará en el experimento. Las tareas deben estar relacionadas con las hipótesis. </a:t>
            </a:r>
          </a:p>
          <a:p>
            <a:endParaRPr lang="es-CL" sz="2000" dirty="0"/>
          </a:p>
          <a:p>
            <a:r>
              <a:rPr lang="es-CL" sz="2000" b="1" dirty="0"/>
              <a:t>Ejemplo:</a:t>
            </a:r>
            <a:endParaRPr lang="es-CL" sz="2000" dirty="0"/>
          </a:p>
          <a:p>
            <a:pPr marL="457200" indent="-457200">
              <a:buFont typeface="+mj-lt"/>
              <a:buAutoNum type="arabicPeriod"/>
            </a:pPr>
            <a:r>
              <a:rPr lang="es-CL" sz="2000" dirty="0"/>
              <a:t>Registrar estado de ánimo excelente el día de hoy.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000" dirty="0"/>
              <a:t>Visualizar el historial de estados de </a:t>
            </a:r>
            <a:r>
              <a:rPr lang="es-CL" sz="2000" dirty="0" err="1"/>
              <a:t>anímo</a:t>
            </a:r>
            <a:r>
              <a:rPr lang="es-CL" sz="2000" dirty="0"/>
              <a:t> </a:t>
            </a:r>
            <a:r>
              <a:rPr lang="es-CL" dirty="0"/>
              <a:t>del último mes. 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000" dirty="0"/>
              <a:t>Configurar recordatorios diarios se registrar el estado de ánimo al mediodía.</a:t>
            </a:r>
          </a:p>
        </p:txBody>
      </p:sp>
    </p:spTree>
    <p:extLst>
      <p:ext uri="{BB962C8B-B14F-4D97-AF65-F5344CB8AC3E}">
        <p14:creationId xmlns:p14="http://schemas.microsoft.com/office/powerpoint/2010/main" val="222734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EC160-F09B-BD5F-605C-5E12114B7D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L" dirty="0"/>
              <a:t>9. Prototipo</a:t>
            </a:r>
            <a:endParaRPr lang="es-ES_tradnl" sz="6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129E00-AD5E-8A41-96CB-B07C965B1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L" sz="2000" b="1" dirty="0"/>
              <a:t>Instrucción de la lámina:</a:t>
            </a:r>
            <a:br>
              <a:rPr lang="es-CL" sz="2000" dirty="0"/>
            </a:br>
            <a:r>
              <a:rPr lang="es-CL" sz="2000" dirty="0"/>
              <a:t>Muestra capturas del prototipo o un video corto (máx. 10 </a:t>
            </a:r>
            <a:r>
              <a:rPr lang="es-CL" sz="2000" dirty="0" err="1"/>
              <a:t>seg</a:t>
            </a:r>
            <a:r>
              <a:rPr lang="es-CL" sz="2000" dirty="0"/>
              <a:t>). Señala qué parte de la tarea resuelve cada pantalla.</a:t>
            </a:r>
            <a:br>
              <a:rPr lang="es-CL" sz="2000" dirty="0"/>
            </a:br>
            <a:r>
              <a:rPr lang="es-CL" sz="2000" dirty="0"/>
              <a:t>No se extienda más de 3 diapositivas</a:t>
            </a:r>
          </a:p>
          <a:p>
            <a:endParaRPr lang="es-CL" sz="2000" dirty="0"/>
          </a:p>
          <a:p>
            <a:r>
              <a:rPr lang="es-CL" sz="2000" b="1" dirty="0"/>
              <a:t>Ejemplo (texto acompañante):</a:t>
            </a:r>
            <a:br>
              <a:rPr lang="es-CL" sz="2000" dirty="0"/>
            </a:br>
            <a:r>
              <a:rPr lang="es-CL" sz="2000" dirty="0"/>
              <a:t>“Pantalla principal: botones de emociones con íconos.</a:t>
            </a:r>
            <a:br>
              <a:rPr lang="es-CL" sz="2000" dirty="0"/>
            </a:br>
            <a:r>
              <a:rPr lang="es-CL" sz="2000" dirty="0"/>
              <a:t>Pantalla historial: gráfico circular de estados de ánimo.</a:t>
            </a:r>
            <a:br>
              <a:rPr lang="es-CL" sz="2000" dirty="0"/>
            </a:br>
            <a:r>
              <a:rPr lang="es-CL" sz="2000" dirty="0"/>
              <a:t>Se adjunta un video de 10 segundos mostrando la navegación básica.”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3379816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EC160-F09B-BD5F-605C-5E12114B7D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L" dirty="0"/>
              <a:t>10. Resultados de </a:t>
            </a:r>
            <a:r>
              <a:rPr lang="es-CL" dirty="0" err="1"/>
              <a:t>Testing</a:t>
            </a:r>
            <a:r>
              <a:rPr lang="es-CL" dirty="0"/>
              <a:t> con Usuarios</a:t>
            </a:r>
            <a:endParaRPr lang="es-ES_tradnl" sz="6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129E00-AD5E-8A41-96CB-B07C965B1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038" y="1292773"/>
            <a:ext cx="6305477" cy="5268364"/>
          </a:xfrm>
        </p:spPr>
        <p:txBody>
          <a:bodyPr>
            <a:normAutofit/>
          </a:bodyPr>
          <a:lstStyle/>
          <a:p>
            <a:r>
              <a:rPr lang="es-CL" sz="2000" b="1" dirty="0"/>
              <a:t>Instrucción de la lámina:</a:t>
            </a:r>
            <a:br>
              <a:rPr lang="es-CL" sz="2000" dirty="0"/>
            </a:br>
            <a:r>
              <a:rPr lang="es-CL" sz="2000" dirty="0"/>
              <a:t>Expón tabla de los resultados de los usuarios: tiempos, éxito, satisfacción, errores, comentarios. Saca promedios. </a:t>
            </a:r>
            <a:br>
              <a:rPr lang="es-CL" sz="2000" dirty="0"/>
            </a:br>
            <a:r>
              <a:rPr lang="es-CL" sz="2000" dirty="0"/>
              <a:t>Puedes incluir un video breve que muestre el </a:t>
            </a:r>
            <a:r>
              <a:rPr lang="es-CL" sz="2000" dirty="0" err="1"/>
              <a:t>testing</a:t>
            </a:r>
            <a:r>
              <a:rPr lang="es-CL" sz="2000" dirty="0"/>
              <a:t> en acción.</a:t>
            </a:r>
          </a:p>
          <a:p>
            <a:endParaRPr lang="es-CL" sz="2000" dirty="0"/>
          </a:p>
          <a:p>
            <a:r>
              <a:rPr lang="es-CL" sz="2000" b="1" dirty="0"/>
              <a:t>Ejemplo:</a:t>
            </a:r>
            <a:br>
              <a:rPr lang="es-CL" sz="2000" dirty="0"/>
            </a:br>
            <a:r>
              <a:rPr lang="es-CL" sz="2000" dirty="0"/>
              <a:t>“Se realizaron pruebas con 4 estudiantes. </a:t>
            </a:r>
          </a:p>
          <a:p>
            <a:r>
              <a:rPr lang="es-CL" dirty="0"/>
              <a:t>Lo problemas a solucionar en la próxima versión</a:t>
            </a:r>
            <a:r>
              <a:rPr lang="es-CL" sz="2000" dirty="0"/>
              <a:t>:</a:t>
            </a: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s-CL" sz="2000" b="1" dirty="0"/>
              <a:t>Errores frecuentes:</a:t>
            </a:r>
            <a:r>
              <a:rPr lang="es-CL" sz="2000" dirty="0"/>
              <a:t> algunos no encontraron el botón de ‘volver’.</a:t>
            </a: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s-CL" sz="2000" b="1" dirty="0"/>
              <a:t>Comentario clave:</a:t>
            </a:r>
            <a:r>
              <a:rPr lang="es-CL" sz="2000" dirty="0"/>
              <a:t> ‘El gráfico es claro, pero me gustaría que mostrara tendencias semanales.’</a:t>
            </a: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s-CL" sz="2000" dirty="0"/>
              <a:t>Se inserta un video corto del </a:t>
            </a:r>
            <a:r>
              <a:rPr lang="es-CL" sz="2000" dirty="0" err="1"/>
              <a:t>testing</a:t>
            </a:r>
            <a:r>
              <a:rPr lang="es-CL" sz="2000" dirty="0"/>
              <a:t> en acción.”</a:t>
            </a:r>
          </a:p>
        </p:txBody>
      </p:sp>
    </p:spTree>
    <p:extLst>
      <p:ext uri="{BB962C8B-B14F-4D97-AF65-F5344CB8AC3E}">
        <p14:creationId xmlns:p14="http://schemas.microsoft.com/office/powerpoint/2010/main" val="4258436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EC160-F09B-BD5F-605C-5E12114B7D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L" dirty="0"/>
              <a:t>11. Conclusiones</a:t>
            </a:r>
            <a:endParaRPr lang="es-ES_tradnl" sz="6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129E00-AD5E-8A41-96CB-B07C965B1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L" sz="2000" b="1" dirty="0"/>
              <a:t>Instrucción de la lámina:</a:t>
            </a:r>
            <a:br>
              <a:rPr lang="es-CL" sz="2000" dirty="0"/>
            </a:br>
            <a:r>
              <a:rPr lang="es-CL" sz="2000" dirty="0"/>
              <a:t>Explica los aprendizajes, cambios propuestos y relevancia del proyecto para la formación profesional.</a:t>
            </a:r>
          </a:p>
          <a:p>
            <a:endParaRPr lang="es-CL" sz="2000" b="1" dirty="0"/>
          </a:p>
          <a:p>
            <a:r>
              <a:rPr lang="es-CL" sz="2000" b="1" dirty="0"/>
              <a:t>Ejemplo:</a:t>
            </a:r>
            <a:br>
              <a:rPr lang="es-CL" sz="2000" dirty="0"/>
            </a:br>
            <a:r>
              <a:rPr lang="es-CL" sz="2000" dirty="0"/>
              <a:t>“El prototipo demostró que la app es rápida y útil para el registro emocional, pero requiere mejorar la navegación. La experiencia de </a:t>
            </a:r>
            <a:r>
              <a:rPr lang="es-CL" sz="2000" dirty="0" err="1"/>
              <a:t>testing</a:t>
            </a:r>
            <a:r>
              <a:rPr lang="es-CL" sz="2000" dirty="0"/>
              <a:t> permitió comprender la importancia de pruebas tempranas en diseño de interfaces.”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32078817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627</Words>
  <Application>Microsoft Macintosh PowerPoint</Application>
  <PresentationFormat>Panorámica</PresentationFormat>
  <Paragraphs>42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Helvetica</vt:lpstr>
      <vt:lpstr>Tema de Office</vt:lpstr>
      <vt:lpstr>1. Portada del Proyecto</vt:lpstr>
      <vt:lpstr>2. Descripción del Proyecto</vt:lpstr>
      <vt:lpstr>3. Persona</vt:lpstr>
      <vt:lpstr>8. Hipótesis de Diseño</vt:lpstr>
      <vt:lpstr>6. Definición de Tareas del Testing</vt:lpstr>
      <vt:lpstr>9. Prototipo</vt:lpstr>
      <vt:lpstr>10. Resultados de Testing con Usuarios</vt:lpstr>
      <vt:lpstr>11. 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Portada del Proyecto (5 pts)</dc:title>
  <dc:creator>Claudio Jara</dc:creator>
  <cp:lastModifiedBy>Lioubov Dombrovskaia</cp:lastModifiedBy>
  <cp:revision>4</cp:revision>
  <dcterms:created xsi:type="dcterms:W3CDTF">2025-09-10T17:33:36Z</dcterms:created>
  <dcterms:modified xsi:type="dcterms:W3CDTF">2025-09-22T12:38:30Z</dcterms:modified>
</cp:coreProperties>
</file>